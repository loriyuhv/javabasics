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1D59D-CD0B-40DA-B4B0-BF677A2342C6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B1DE0-8674-4950-9D12-F5557E697F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746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B1DE0-8674-4950-9D12-F5557E697F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38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BB6E8-E885-8C72-D30A-38BAE8C66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854A95B-4BA9-773D-29DB-5D8CAD91E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E1DD94-DBA1-BA52-C544-A086ADA4A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7071C5-0A23-8EEC-A9DF-8E89C060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D51B45-764E-80D2-E9A8-8CC86DFDD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2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3B50F-4292-CD31-9BD9-83BCE0B7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8EBA3D-E3FE-F4A9-25DB-97AEE5B28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ABFA1E-62E6-1993-BB06-9CD0164B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37C767-A754-1192-F7F7-F9814E31B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87F0D-60FF-5663-7BDA-82752DAF2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63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A67BE7-28D3-0BD0-8E41-881C1E7E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D4A635-2F0D-F3BC-2782-95A04C3D4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C7FE4-CD32-0D87-7C1D-0182447C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C6C30-4592-A49E-94F1-EBD9029A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FE7D6-7DB1-5533-1652-349B6529D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453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69919-F749-EEC2-1443-93FF1E336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DEF845-449B-EF62-0D70-51E9A229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FCC104-DF8D-A274-F98D-C7D2E9F3A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8140D-5C3C-BF2B-4DA8-116E1B32D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03CFF5-E391-FD97-AE47-73E71BA2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BE8AF3-AB17-F7D4-D79F-D31315EC3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963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36E7D9-6CDB-58E1-642D-E54AFB51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BCB2D-3C75-BDD2-26E6-2D6F6F608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648DDD-DF37-402F-D939-8A57FD18D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1A1B94-D557-66EB-1F5F-6BFF9268D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CFE927-7DB2-00FC-762C-86539D443D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B5FDE0C-74DD-20F9-A081-69B9BDC6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799D4F-D750-E9EC-ADB6-C864E28E7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1239F4E-55DA-3BB0-BE4B-3B64D91FC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342BC-06A9-724C-79A0-253ED0AA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12A950-66C3-934A-0AB3-9E2ECB47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9260DF-D431-2226-3B22-91B96984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2318C90-8484-1FC6-EAD1-6E2AC03B3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94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5CEAD7-BF65-0337-B5F5-A40062725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AA0A99-82C3-D5FA-9AFD-24D0B1B6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629478-4B4C-F50D-65B6-18C3D0234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35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A8ED3-BC26-54F3-280F-4FB099E7E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A75D6-B83E-307D-B563-3B3FC499E1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0662E6-5312-8D64-347C-028D210D0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C56D13-D592-3D55-BAD2-3D33E0199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C6C48-CF21-3EB4-8E61-22289CA0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39D2DF-EB56-1A63-5E15-CFE216B5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32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8C291-5F42-385D-1841-5402FCFF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94CC9B-E352-BEDF-8C3C-77C050370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F5978C-C88C-ACE9-12B2-20FD7D97E5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BE295A-A3BB-137C-6AFA-133F91AC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18CC83-9F7B-1187-06AB-4ADD0907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4AA1CB-E404-B282-426C-AF7A5FBB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61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15E34-A294-461B-24DB-56B21FD7C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AFB7F7-4914-3172-94F7-B57B51F51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5FBF7F-55AA-E27F-FD28-2A81B3BC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F0EAF-790D-61DA-2699-FFA43A01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06183B-D499-EBB0-6EE1-4AF7288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14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8906F6-0068-41B6-FD34-0AA379D13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1ED406-5C37-EE9D-422E-00185A667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F564A7-510B-6A58-50C6-D9C2A4FF2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F3A2B-066E-0650-F92E-62C56B628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B746C-07F7-F5F7-9EFF-E7EA5DB7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185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EAFD94-88DF-4467-0B8C-FD2FCA82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7E3896-033D-066C-F2BE-E890AAB02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737208-EE03-3761-49B1-A4C39B4F1A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23557-B999-42DD-834E-A2ABA0AA3D93}" type="datetimeFigureOut">
              <a:rPr lang="zh-CN" altLang="en-US" smtClean="0"/>
              <a:t>2025/8/28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46E3D2-4126-6513-D693-8AA37AFD86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60E799-4340-9D2C-D8E7-687B2BE74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D8A20-ADB8-4D32-A2A2-365DA49310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98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42F61F4-73D4-B2A6-45E2-2C5183D3AB56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26B233-257D-810D-62E9-6F9A7CF0541B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5B6E050-F209-6467-BE17-095C666E8BC0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40DDC0-0601-8FC8-E749-BCF2B99A81B0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AA07BB-4687-2856-45DC-4214C60A8DC3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051B1FC-6D92-EA11-096F-F9A63914CB91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D2E414B-2989-CCC7-DE3D-1983F6B09F42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4">
            <a:extLst>
              <a:ext uri="{FF2B5EF4-FFF2-40B4-BE49-F238E27FC236}">
                <a16:creationId xmlns:a16="http://schemas.microsoft.com/office/drawing/2014/main" id="{03B82CFE-6FFA-19B6-0711-8B8D0E0167F5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创建类的一个对象，属性赋值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C253183-0BA1-6C96-04AE-73A054CFC7F5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19377B8-B304-29DE-0492-E0E3192C5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9" y="2068959"/>
            <a:ext cx="4807531" cy="156966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jerry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047269-2A65-7032-2D79-1B48FF08D606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0x12ab</a:t>
            </a:r>
            <a:endParaRPr lang="zh-CN" altLang="en-US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C72649-9DA5-CA98-5F7A-CAAB12790720}"/>
              </a:ext>
            </a:extLst>
          </p:cNvPr>
          <p:cNvSpPr/>
          <p:nvPr/>
        </p:nvSpPr>
        <p:spPr>
          <a:xfrm>
            <a:off x="9305548" y="4001193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DD0F17-2F40-89A4-B74C-91128CC26A94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0x12ab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FA78899-068E-0144-0477-0154C9EA916D}"/>
              </a:ext>
            </a:extLst>
          </p:cNvPr>
          <p:cNvSpPr txBox="1"/>
          <p:nvPr/>
        </p:nvSpPr>
        <p:spPr>
          <a:xfrm>
            <a:off x="9305549" y="4001193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5003382-B1AB-5E85-8D3B-05657A135844}"/>
              </a:ext>
            </a:extLst>
          </p:cNvPr>
          <p:cNvSpPr txBox="1"/>
          <p:nvPr/>
        </p:nvSpPr>
        <p:spPr>
          <a:xfrm>
            <a:off x="9305549" y="4380006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C902A1B-CCBA-338D-9CE1-15B2C58C6735}"/>
              </a:ext>
            </a:extLst>
          </p:cNvPr>
          <p:cNvSpPr txBox="1"/>
          <p:nvPr/>
        </p:nvSpPr>
        <p:spPr>
          <a:xfrm>
            <a:off x="9305549" y="488351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81FECC8A-E8FC-1D7F-07CF-9FDBEC7D6D1B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6D91B8E-A8F8-3ECD-9980-F0E8710B54FC}"/>
              </a:ext>
            </a:extLst>
          </p:cNvPr>
          <p:cNvSpPr txBox="1"/>
          <p:nvPr/>
        </p:nvSpPr>
        <p:spPr>
          <a:xfrm>
            <a:off x="10881728" y="400119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BFCDC6B-4544-7840-CFEE-D5A8A488D48A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9F02C3B-F69B-3EE4-2180-D29207B22340}"/>
              </a:ext>
            </a:extLst>
          </p:cNvPr>
          <p:cNvSpPr txBox="1"/>
          <p:nvPr/>
        </p:nvSpPr>
        <p:spPr>
          <a:xfrm>
            <a:off x="10881728" y="443431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EDFCCBF4-5910-B5F1-7EF6-BB05A637044D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16E8A21-9981-199B-91F7-2D6B738032C9}"/>
              </a:ext>
            </a:extLst>
          </p:cNvPr>
          <p:cNvSpPr txBox="1"/>
          <p:nvPr/>
        </p:nvSpPr>
        <p:spPr>
          <a:xfrm>
            <a:off x="10889742" y="4857767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1228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9752B050-5C37-51EA-7CBA-F472CA48683F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BE4A373-A8DC-30FC-982D-24358E7C21AE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9FB3F9-890D-99DC-EBB0-F009ED89C3F5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0944CEA-114E-B847-2889-6A5EDAB488D6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85EC29-73A8-8DF7-2347-F175804E9A70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E0404CA-573A-EC59-5FE8-4D8C9DE44D50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D974208-A671-93C1-B95A-D2479B9B4F55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4">
            <a:extLst>
              <a:ext uri="{FF2B5EF4-FFF2-40B4-BE49-F238E27FC236}">
                <a16:creationId xmlns:a16="http://schemas.microsoft.com/office/drawing/2014/main" id="{192F173F-89E0-A30B-7054-ADBFB51CACC6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1.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创建类的多个对象，属性赋值</a:t>
            </a:r>
          </a:p>
        </p:txBody>
      </p:sp>
      <p:sp>
        <p:nvSpPr>
          <p:cNvPr id="34" name="TextBox 4">
            <a:extLst>
              <a:ext uri="{FF2B5EF4-FFF2-40B4-BE49-F238E27FC236}">
                <a16:creationId xmlns:a16="http://schemas.microsoft.com/office/drawing/2014/main" id="{EB61A68B-48EE-93B7-2E96-2DD0050E0E96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9AFFE79-D3CD-83BA-AF4C-C6304E788A3C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0x3344</a:t>
            </a:r>
            <a:endParaRPr lang="zh-CN" altLang="en-US" b="1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7201F5-2C8F-D0F8-E6B3-FB533ED0EF65}"/>
              </a:ext>
            </a:extLst>
          </p:cNvPr>
          <p:cNvSpPr/>
          <p:nvPr/>
        </p:nvSpPr>
        <p:spPr>
          <a:xfrm>
            <a:off x="9305548" y="4001193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B092DA-2494-A357-FDF5-69FADB254BEB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0x3344</a:t>
            </a:r>
            <a:endParaRPr lang="zh-CN" altLang="en-US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B9B3EC7-3D46-7EA5-47EE-09AF49CD9ADE}"/>
              </a:ext>
            </a:extLst>
          </p:cNvPr>
          <p:cNvSpPr txBox="1"/>
          <p:nvPr/>
        </p:nvSpPr>
        <p:spPr>
          <a:xfrm>
            <a:off x="9305549" y="4001193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C9D199-8953-E7FC-C69A-7BBD02ECA13A}"/>
              </a:ext>
            </a:extLst>
          </p:cNvPr>
          <p:cNvSpPr txBox="1"/>
          <p:nvPr/>
        </p:nvSpPr>
        <p:spPr>
          <a:xfrm>
            <a:off x="9305549" y="4380006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7A2486A-B4F1-36D9-3BEE-4C585D72682D}"/>
              </a:ext>
            </a:extLst>
          </p:cNvPr>
          <p:cNvSpPr txBox="1"/>
          <p:nvPr/>
        </p:nvSpPr>
        <p:spPr>
          <a:xfrm>
            <a:off x="9305549" y="488351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035DB15-F17F-E20E-B1A4-2ADACCF75B85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D60BEACA-D077-502A-175C-845D927466BA}"/>
              </a:ext>
            </a:extLst>
          </p:cNvPr>
          <p:cNvSpPr txBox="1"/>
          <p:nvPr/>
        </p:nvSpPr>
        <p:spPr>
          <a:xfrm>
            <a:off x="10881728" y="400119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ACA0E11-03F0-767E-0AB0-ABBC1AC23A6A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9991AD3E-D4DA-998D-E00D-4C59856A0519}"/>
              </a:ext>
            </a:extLst>
          </p:cNvPr>
          <p:cNvSpPr txBox="1"/>
          <p:nvPr/>
        </p:nvSpPr>
        <p:spPr>
          <a:xfrm>
            <a:off x="10881728" y="443431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706DEF9-85CA-B236-48F9-E85B1BE6E51C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9EBE4A14-F3BC-299C-874F-90ABFBE372A9}"/>
              </a:ext>
            </a:extLst>
          </p:cNvPr>
          <p:cNvSpPr txBox="1"/>
          <p:nvPr/>
        </p:nvSpPr>
        <p:spPr>
          <a:xfrm>
            <a:off x="10889742" y="4857767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392B5A-8BB2-60E5-EF17-984731531FFC}"/>
              </a:ext>
            </a:extLst>
          </p:cNvPr>
          <p:cNvSpPr txBox="1"/>
          <p:nvPr/>
        </p:nvSpPr>
        <p:spPr>
          <a:xfrm>
            <a:off x="5027335" y="5350150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jack: 0x8899</a:t>
            </a:r>
            <a:endParaRPr lang="zh-CN" altLang="en-US" b="1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7F440EE-8421-5D81-A44E-D639979AE2F5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6799799" y="1319720"/>
            <a:ext cx="2406584" cy="4215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5AE1627A-AEA5-74ED-933D-414D28BFF76D}"/>
              </a:ext>
            </a:extLst>
          </p:cNvPr>
          <p:cNvSpPr/>
          <p:nvPr/>
        </p:nvSpPr>
        <p:spPr>
          <a:xfrm>
            <a:off x="9262084" y="1504386"/>
            <a:ext cx="244864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5D51DC6-875D-33FC-3516-5691822D45FE}"/>
              </a:ext>
            </a:extLst>
          </p:cNvPr>
          <p:cNvSpPr txBox="1"/>
          <p:nvPr/>
        </p:nvSpPr>
        <p:spPr>
          <a:xfrm>
            <a:off x="9206383" y="113505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0x8899</a:t>
            </a:r>
            <a:endParaRPr lang="zh-CN" altLang="en-US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21E7E42-0916-EE33-B3BF-B4595F2153CF}"/>
              </a:ext>
            </a:extLst>
          </p:cNvPr>
          <p:cNvSpPr txBox="1"/>
          <p:nvPr/>
        </p:nvSpPr>
        <p:spPr>
          <a:xfrm>
            <a:off x="9262085" y="1504386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1C9ACDC-D585-2F77-CC3A-1780040751F7}"/>
              </a:ext>
            </a:extLst>
          </p:cNvPr>
          <p:cNvSpPr txBox="1"/>
          <p:nvPr/>
        </p:nvSpPr>
        <p:spPr>
          <a:xfrm>
            <a:off x="9262085" y="1883199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59A5ABE-A8F3-294B-C8F6-E87BCE0BC9E6}"/>
              </a:ext>
            </a:extLst>
          </p:cNvPr>
          <p:cNvSpPr txBox="1"/>
          <p:nvPr/>
        </p:nvSpPr>
        <p:spPr>
          <a:xfrm>
            <a:off x="9262085" y="2386703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7C15D89A-3AA8-521B-5282-E83136E890FC}"/>
              </a:ext>
            </a:extLst>
          </p:cNvPr>
          <p:cNvCxnSpPr/>
          <p:nvPr/>
        </p:nvCxnSpPr>
        <p:spPr>
          <a:xfrm>
            <a:off x="10092615" y="162171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90502823-83D4-1793-0AB7-0A490DF6801D}"/>
              </a:ext>
            </a:extLst>
          </p:cNvPr>
          <p:cNvSpPr txBox="1"/>
          <p:nvPr/>
        </p:nvSpPr>
        <p:spPr>
          <a:xfrm>
            <a:off x="10838264" y="150438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</a:t>
            </a:r>
            <a:endParaRPr lang="zh-CN" altLang="en-US" b="1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A5F14146-360C-EC35-7062-FDA8C74654AE}"/>
              </a:ext>
            </a:extLst>
          </p:cNvPr>
          <p:cNvCxnSpPr/>
          <p:nvPr/>
        </p:nvCxnSpPr>
        <p:spPr>
          <a:xfrm>
            <a:off x="9808075" y="2007230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B5F86A9F-532C-EDE7-81F0-28A49090F6FD}"/>
              </a:ext>
            </a:extLst>
          </p:cNvPr>
          <p:cNvSpPr txBox="1"/>
          <p:nvPr/>
        </p:nvSpPr>
        <p:spPr>
          <a:xfrm>
            <a:off x="10838264" y="193750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</a:t>
            </a:r>
            <a:endParaRPr lang="zh-CN" altLang="en-US" b="1" dirty="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D766B3FC-50AD-8766-19C1-069F5A8B7548}"/>
              </a:ext>
            </a:extLst>
          </p:cNvPr>
          <p:cNvCxnSpPr/>
          <p:nvPr/>
        </p:nvCxnSpPr>
        <p:spPr>
          <a:xfrm>
            <a:off x="10245501" y="253942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AD24D747-4659-0B99-F35B-2B235D80735D}"/>
              </a:ext>
            </a:extLst>
          </p:cNvPr>
          <p:cNvSpPr txBox="1"/>
          <p:nvPr/>
        </p:nvSpPr>
        <p:spPr>
          <a:xfrm>
            <a:off x="10846278" y="2360960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64" name="Rectangle 2">
            <a:extLst>
              <a:ext uri="{FF2B5EF4-FFF2-40B4-BE49-F238E27FC236}">
                <a16:creationId xmlns:a16="http://schemas.microsoft.com/office/drawing/2014/main" id="{64DA0C5C-5160-0619-9F0A-6FAC2D305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93" y="1621711"/>
            <a:ext cx="4862718" cy="332398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jerry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jack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"Jack"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5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61502E2E-21CE-1EAA-47CC-A3D400B9B760}"/>
              </a:ext>
            </a:extLst>
          </p:cNvPr>
          <p:cNvCxnSpPr/>
          <p:nvPr/>
        </p:nvCxnSpPr>
        <p:spPr>
          <a:xfrm>
            <a:off x="10947325" y="454680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F0132927-3E9A-9E63-72C7-147091E539C3}"/>
              </a:ext>
            </a:extLst>
          </p:cNvPr>
          <p:cNvSpPr txBox="1"/>
          <p:nvPr/>
        </p:nvSpPr>
        <p:spPr>
          <a:xfrm>
            <a:off x="11353164" y="4429480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06618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7533EE-E519-ED96-FC3B-B6C6EB743DFE}"/>
              </a:ext>
            </a:extLst>
          </p:cNvPr>
          <p:cNvSpPr/>
          <p:nvPr/>
        </p:nvSpPr>
        <p:spPr>
          <a:xfrm>
            <a:off x="4968113" y="155527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58B29D-1503-35C9-EC8F-E77C0B20E42F}"/>
              </a:ext>
            </a:extLst>
          </p:cNvPr>
          <p:cNvSpPr/>
          <p:nvPr/>
        </p:nvSpPr>
        <p:spPr>
          <a:xfrm>
            <a:off x="8342428" y="132907"/>
            <a:ext cx="3587302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86158E-3003-75D8-8FE7-A0458976669D}"/>
              </a:ext>
            </a:extLst>
          </p:cNvPr>
          <p:cNvSpPr txBox="1"/>
          <p:nvPr/>
        </p:nvSpPr>
        <p:spPr>
          <a:xfrm>
            <a:off x="5728700" y="6323207"/>
            <a:ext cx="131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05EDD2-9279-9B89-3B8D-87B1E7B1D40F}"/>
              </a:ext>
            </a:extLst>
          </p:cNvPr>
          <p:cNvSpPr txBox="1"/>
          <p:nvPr/>
        </p:nvSpPr>
        <p:spPr>
          <a:xfrm>
            <a:off x="11265314" y="6333141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958103-8A0B-D35D-F52D-8837DE12C8E3}"/>
              </a:ext>
            </a:extLst>
          </p:cNvPr>
          <p:cNvSpPr/>
          <p:nvPr/>
        </p:nvSpPr>
        <p:spPr>
          <a:xfrm>
            <a:off x="5027335" y="3780017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5A93B6-8AAA-C580-8F92-B3F247971C04}"/>
              </a:ext>
            </a:extLst>
          </p:cNvPr>
          <p:cNvSpPr txBox="1"/>
          <p:nvPr/>
        </p:nvSpPr>
        <p:spPr>
          <a:xfrm>
            <a:off x="4932726" y="3356725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874AA87-467C-3AEC-12E5-41D31B15C9C1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6799799" y="3816527"/>
            <a:ext cx="2450048" cy="21546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">
            <a:extLst>
              <a:ext uri="{FF2B5EF4-FFF2-40B4-BE49-F238E27FC236}">
                <a16:creationId xmlns:a16="http://schemas.microsoft.com/office/drawing/2014/main" id="{68B64457-F8F0-B0C9-3A58-A209A77D8263}"/>
              </a:ext>
            </a:extLst>
          </p:cNvPr>
          <p:cNvSpPr txBox="1"/>
          <p:nvPr/>
        </p:nvSpPr>
        <p:spPr>
          <a:xfrm>
            <a:off x="93847" y="132907"/>
            <a:ext cx="401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2.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创建类的多个对象，属性赋值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BE4785F3-B1E8-3C7B-8B54-555735E34C53}"/>
              </a:ext>
            </a:extLst>
          </p:cNvPr>
          <p:cNvSpPr txBox="1"/>
          <p:nvPr/>
        </p:nvSpPr>
        <p:spPr>
          <a:xfrm>
            <a:off x="93847" y="947045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60EE40-6519-FFFF-64CD-3E3581C90840}"/>
              </a:ext>
            </a:extLst>
          </p:cNvPr>
          <p:cNvSpPr txBox="1"/>
          <p:nvPr/>
        </p:nvSpPr>
        <p:spPr>
          <a:xfrm>
            <a:off x="5027335" y="5786485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jerry: 0x3344</a:t>
            </a:r>
            <a:endParaRPr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AED124C-1EE4-6F70-0B3E-B1823AC1703F}"/>
              </a:ext>
            </a:extLst>
          </p:cNvPr>
          <p:cNvSpPr/>
          <p:nvPr/>
        </p:nvSpPr>
        <p:spPr>
          <a:xfrm>
            <a:off x="9305548" y="4001193"/>
            <a:ext cx="2544557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4E4011-DD96-99F3-6FE6-4BB3CF5744D7}"/>
              </a:ext>
            </a:extLst>
          </p:cNvPr>
          <p:cNvSpPr txBox="1"/>
          <p:nvPr/>
        </p:nvSpPr>
        <p:spPr>
          <a:xfrm>
            <a:off x="9249847" y="3631861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0x3344</a:t>
            </a:r>
            <a:endParaRPr lang="zh-CN" altLang="en-US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8C04F4-C8C2-A24D-E920-B5999E577387}"/>
              </a:ext>
            </a:extLst>
          </p:cNvPr>
          <p:cNvSpPr txBox="1"/>
          <p:nvPr/>
        </p:nvSpPr>
        <p:spPr>
          <a:xfrm>
            <a:off x="9305549" y="4001193"/>
            <a:ext cx="1366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AEFC3F5-2AB8-0997-5E74-5DF961A83804}"/>
              </a:ext>
            </a:extLst>
          </p:cNvPr>
          <p:cNvSpPr txBox="1"/>
          <p:nvPr/>
        </p:nvSpPr>
        <p:spPr>
          <a:xfrm>
            <a:off x="9305549" y="4380006"/>
            <a:ext cx="1191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84AB4F-BD63-F17C-D8C5-B11624B0D81C}"/>
              </a:ext>
            </a:extLst>
          </p:cNvPr>
          <p:cNvSpPr txBox="1"/>
          <p:nvPr/>
        </p:nvSpPr>
        <p:spPr>
          <a:xfrm>
            <a:off x="9305549" y="4883510"/>
            <a:ext cx="1512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ADE4440-C266-DF1E-154A-E69FD6524992}"/>
              </a:ext>
            </a:extLst>
          </p:cNvPr>
          <p:cNvCxnSpPr/>
          <p:nvPr/>
        </p:nvCxnSpPr>
        <p:spPr>
          <a:xfrm>
            <a:off x="10136079" y="411851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D1C6C79-18DE-58A5-DF4D-E227C2CBEF05}"/>
              </a:ext>
            </a:extLst>
          </p:cNvPr>
          <p:cNvSpPr txBox="1"/>
          <p:nvPr/>
        </p:nvSpPr>
        <p:spPr>
          <a:xfrm>
            <a:off x="10672268" y="4005933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Jerry</a:t>
            </a:r>
            <a:endParaRPr lang="zh-CN" altLang="en-US" b="1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E117C41-D01E-36ED-99F2-A87090F382AC}"/>
              </a:ext>
            </a:extLst>
          </p:cNvPr>
          <p:cNvCxnSpPr/>
          <p:nvPr/>
        </p:nvCxnSpPr>
        <p:spPr>
          <a:xfrm>
            <a:off x="9851539" y="4504037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2F550133-C9A8-3D4C-65C9-6F78B0C53E69}"/>
              </a:ext>
            </a:extLst>
          </p:cNvPr>
          <p:cNvSpPr txBox="1"/>
          <p:nvPr/>
        </p:nvSpPr>
        <p:spPr>
          <a:xfrm>
            <a:off x="10716693" y="4433149"/>
            <a:ext cx="471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18</a:t>
            </a:r>
            <a:endParaRPr lang="zh-CN" altLang="en-US" b="1" dirty="0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DE4D461-346F-C74C-7A67-332D35633AD4}"/>
              </a:ext>
            </a:extLst>
          </p:cNvPr>
          <p:cNvCxnSpPr/>
          <p:nvPr/>
        </p:nvCxnSpPr>
        <p:spPr>
          <a:xfrm>
            <a:off x="10288965" y="5036235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26A14D5-6B56-D860-BB3C-0FC5A42DA9B4}"/>
              </a:ext>
            </a:extLst>
          </p:cNvPr>
          <p:cNvSpPr txBox="1"/>
          <p:nvPr/>
        </p:nvSpPr>
        <p:spPr>
          <a:xfrm>
            <a:off x="10701298" y="487701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3AE25E7-588C-04E0-C3E3-893EA4C1CA7E}"/>
              </a:ext>
            </a:extLst>
          </p:cNvPr>
          <p:cNvSpPr txBox="1"/>
          <p:nvPr/>
        </p:nvSpPr>
        <p:spPr>
          <a:xfrm>
            <a:off x="5060903" y="497441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Alice: 0x3344</a:t>
            </a:r>
            <a:endParaRPr lang="zh-CN" altLang="en-US" b="1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E3D8C1B-100A-B27B-D6D0-A5CAA4F59431}"/>
              </a:ext>
            </a:extLst>
          </p:cNvPr>
          <p:cNvCxnSpPr>
            <a:cxnSpLocks/>
            <a:stCxn id="25" idx="3"/>
            <a:endCxn id="15" idx="1"/>
          </p:cNvCxnSpPr>
          <p:nvPr/>
        </p:nvCxnSpPr>
        <p:spPr>
          <a:xfrm flipV="1">
            <a:off x="6833367" y="3816527"/>
            <a:ext cx="2416480" cy="13425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EF6C831-1262-4AAF-C70C-4DD570E0521E}"/>
              </a:ext>
            </a:extLst>
          </p:cNvPr>
          <p:cNvSpPr/>
          <p:nvPr/>
        </p:nvSpPr>
        <p:spPr>
          <a:xfrm>
            <a:off x="9262084" y="1504386"/>
            <a:ext cx="2588021" cy="2094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4F124EC-DE32-1FE9-7963-678B707B2855}"/>
              </a:ext>
            </a:extLst>
          </p:cNvPr>
          <p:cNvSpPr txBox="1"/>
          <p:nvPr/>
        </p:nvSpPr>
        <p:spPr>
          <a:xfrm>
            <a:off x="9206383" y="1135054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0x8899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DCA4381-4E8E-2982-488F-9FE34D6AC906}"/>
              </a:ext>
            </a:extLst>
          </p:cNvPr>
          <p:cNvSpPr txBox="1"/>
          <p:nvPr/>
        </p:nvSpPr>
        <p:spPr>
          <a:xfrm>
            <a:off x="9262085" y="1504386"/>
            <a:ext cx="1440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name: null</a:t>
            </a:r>
            <a:endParaRPr lang="zh-CN" altLang="en-US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3931BEE-E816-365F-796B-BAFE7318E791}"/>
              </a:ext>
            </a:extLst>
          </p:cNvPr>
          <p:cNvSpPr txBox="1"/>
          <p:nvPr/>
        </p:nvSpPr>
        <p:spPr>
          <a:xfrm>
            <a:off x="9262085" y="1883199"/>
            <a:ext cx="1323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age: 0</a:t>
            </a:r>
            <a:endParaRPr lang="zh-CN" altLang="en-US" b="1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D779DE-FACD-0176-8815-4B0B15B07615}"/>
              </a:ext>
            </a:extLst>
          </p:cNvPr>
          <p:cNvSpPr txBox="1"/>
          <p:nvPr/>
        </p:nvSpPr>
        <p:spPr>
          <a:xfrm>
            <a:off x="9262085" y="2386703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gender: null</a:t>
            </a:r>
            <a:endParaRPr lang="zh-CN" altLang="en-US" b="1" dirty="0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EFA091B-E4A7-92AC-3843-DB9D325DD659}"/>
              </a:ext>
            </a:extLst>
          </p:cNvPr>
          <p:cNvCxnSpPr/>
          <p:nvPr/>
        </p:nvCxnSpPr>
        <p:spPr>
          <a:xfrm>
            <a:off x="10092615" y="162171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0506771-5CC8-0A77-4722-CF1E2FF94F53}"/>
              </a:ext>
            </a:extLst>
          </p:cNvPr>
          <p:cNvSpPr txBox="1"/>
          <p:nvPr/>
        </p:nvSpPr>
        <p:spPr>
          <a:xfrm>
            <a:off x="10838264" y="1504386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</a:t>
            </a:r>
            <a:endParaRPr lang="zh-CN" altLang="en-US" b="1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905F0D8-1DA6-1863-DB55-49CD04B7EA9A}"/>
              </a:ext>
            </a:extLst>
          </p:cNvPr>
          <p:cNvCxnSpPr/>
          <p:nvPr/>
        </p:nvCxnSpPr>
        <p:spPr>
          <a:xfrm>
            <a:off x="9808075" y="2007230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EF28245-7706-937D-13A1-1B81D6A0A841}"/>
              </a:ext>
            </a:extLst>
          </p:cNvPr>
          <p:cNvSpPr txBox="1"/>
          <p:nvPr/>
        </p:nvSpPr>
        <p:spPr>
          <a:xfrm>
            <a:off x="10838264" y="1937509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</a:t>
            </a:r>
            <a:endParaRPr lang="zh-CN" altLang="en-US" b="1" dirty="0"/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C44773E-1076-8E94-F5AA-32F3BD511757}"/>
              </a:ext>
            </a:extLst>
          </p:cNvPr>
          <p:cNvCxnSpPr/>
          <p:nvPr/>
        </p:nvCxnSpPr>
        <p:spPr>
          <a:xfrm>
            <a:off x="10245501" y="253942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C10CD05-079B-29F4-9179-5A72E34E3175}"/>
              </a:ext>
            </a:extLst>
          </p:cNvPr>
          <p:cNvSpPr txBox="1"/>
          <p:nvPr/>
        </p:nvSpPr>
        <p:spPr>
          <a:xfrm>
            <a:off x="10846278" y="2360960"/>
            <a:ext cx="767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male</a:t>
            </a:r>
            <a:endParaRPr lang="zh-CN" altLang="en-US" b="1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25C279A-E5E9-4917-F0C3-9F133508A510}"/>
              </a:ext>
            </a:extLst>
          </p:cNvPr>
          <p:cNvCxnSpPr/>
          <p:nvPr/>
        </p:nvCxnSpPr>
        <p:spPr>
          <a:xfrm>
            <a:off x="10782289" y="4545638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2DDA549-AC41-D356-AB34-535124AC55CC}"/>
              </a:ext>
            </a:extLst>
          </p:cNvPr>
          <p:cNvSpPr txBox="1"/>
          <p:nvPr/>
        </p:nvSpPr>
        <p:spPr>
          <a:xfrm>
            <a:off x="11179493" y="4446712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26</a:t>
            </a:r>
            <a:endParaRPr lang="zh-CN" altLang="en-US" b="1" dirty="0"/>
          </a:p>
        </p:txBody>
      </p:sp>
      <p:sp>
        <p:nvSpPr>
          <p:cNvPr id="41" name="Rectangle 1">
            <a:extLst>
              <a:ext uri="{FF2B5EF4-FFF2-40B4-BE49-F238E27FC236}">
                <a16:creationId xmlns:a16="http://schemas.microsoft.com/office/drawing/2014/main" id="{47CC78FD-4D5A-893C-A885-45774EB5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" y="1533149"/>
            <a:ext cx="4745962" cy="401648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jerry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"Jerry"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jack 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Person();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"Jack"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19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gender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"male"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jerry.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5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.println(jack.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Person Alice = jerry;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Alice.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age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C193D99-2678-5DCE-9EA4-78F115E90726}"/>
              </a:ext>
            </a:extLst>
          </p:cNvPr>
          <p:cNvSpPr txBox="1"/>
          <p:nvPr/>
        </p:nvSpPr>
        <p:spPr>
          <a:xfrm>
            <a:off x="5060903" y="5370726"/>
            <a:ext cx="1772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jack: 0x8899</a:t>
            </a:r>
            <a:endParaRPr lang="zh-CN" altLang="en-US" b="1" dirty="0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2A21334F-5CBD-8223-05BB-A3B5F8BECDFC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6833367" y="1340296"/>
            <a:ext cx="2406584" cy="4215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F051C72-5A5D-E4E3-AA4C-1E554C4A36F5}"/>
              </a:ext>
            </a:extLst>
          </p:cNvPr>
          <p:cNvCxnSpPr/>
          <p:nvPr/>
        </p:nvCxnSpPr>
        <p:spPr>
          <a:xfrm>
            <a:off x="11205180" y="455565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3CDA7047-657E-1A78-7173-08DD17093A65}"/>
              </a:ext>
            </a:extLst>
          </p:cNvPr>
          <p:cNvSpPr txBox="1"/>
          <p:nvPr/>
        </p:nvSpPr>
        <p:spPr>
          <a:xfrm>
            <a:off x="11500973" y="4455171"/>
            <a:ext cx="47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28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65788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D16327F-EA47-7FC7-B234-A1897409D0F6}"/>
              </a:ext>
            </a:extLst>
          </p:cNvPr>
          <p:cNvSpPr/>
          <p:nvPr/>
        </p:nvSpPr>
        <p:spPr>
          <a:xfrm>
            <a:off x="4800198" y="162299"/>
            <a:ext cx="2918637" cy="61137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44A6F6-517E-98E9-D9E2-A6D27779B0D3}"/>
              </a:ext>
            </a:extLst>
          </p:cNvPr>
          <p:cNvSpPr/>
          <p:nvPr/>
        </p:nvSpPr>
        <p:spPr>
          <a:xfrm>
            <a:off x="7844689" y="132907"/>
            <a:ext cx="4085041" cy="612967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ED9AC8-4CEA-1936-EC33-8C582AC5D2AB}"/>
              </a:ext>
            </a:extLst>
          </p:cNvPr>
          <p:cNvSpPr txBox="1"/>
          <p:nvPr/>
        </p:nvSpPr>
        <p:spPr>
          <a:xfrm>
            <a:off x="4841843" y="6341199"/>
            <a:ext cx="267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FF0000"/>
                </a:solidFill>
              </a:rPr>
              <a:t>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19FD70-BFE2-78FA-7213-DD4137966794}"/>
              </a:ext>
            </a:extLst>
          </p:cNvPr>
          <p:cNvSpPr txBox="1"/>
          <p:nvPr/>
        </p:nvSpPr>
        <p:spPr>
          <a:xfrm>
            <a:off x="11344939" y="6326369"/>
            <a:ext cx="584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8FD8BB-928B-88F1-602F-72FC52D2EE8F}"/>
              </a:ext>
            </a:extLst>
          </p:cNvPr>
          <p:cNvSpPr/>
          <p:nvPr/>
        </p:nvSpPr>
        <p:spPr>
          <a:xfrm>
            <a:off x="4841843" y="3777424"/>
            <a:ext cx="2844209" cy="244280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45B4B9-04EC-EF61-BDBB-59DEAA6B5501}"/>
              </a:ext>
            </a:extLst>
          </p:cNvPr>
          <p:cNvSpPr txBox="1"/>
          <p:nvPr/>
        </p:nvSpPr>
        <p:spPr>
          <a:xfrm>
            <a:off x="4829474" y="3389797"/>
            <a:ext cx="2583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main()</a:t>
            </a:r>
            <a:r>
              <a:rPr lang="zh-CN" altLang="en-US" b="1" dirty="0">
                <a:solidFill>
                  <a:srgbClr val="FF0000"/>
                </a:solidFill>
              </a:rPr>
              <a:t>：入栈（栈帧）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2749354-385B-1D82-6A16-3ADDB8B4B6FD}"/>
              </a:ext>
            </a:extLst>
          </p:cNvPr>
          <p:cNvSpPr txBox="1"/>
          <p:nvPr/>
        </p:nvSpPr>
        <p:spPr>
          <a:xfrm>
            <a:off x="4961415" y="5657634"/>
            <a:ext cx="152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/>
              <a:t>arr</a:t>
            </a:r>
            <a:r>
              <a:rPr lang="en-US" altLang="zh-CN" b="1" dirty="0"/>
              <a:t>: 0x12ab</a:t>
            </a:r>
            <a:endParaRPr lang="zh-CN" altLang="en-US" b="1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D82F34F-BD29-0D72-093B-6E7BF74B4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871585"/>
              </p:ext>
            </p:extLst>
          </p:nvPr>
        </p:nvGraphicFramePr>
        <p:xfrm>
          <a:off x="10167385" y="4690155"/>
          <a:ext cx="6653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348">
                  <a:extLst>
                    <a:ext uri="{9D8B030D-6E8A-4147-A177-3AD203B41FA5}">
                      <a16:colId xmlns:a16="http://schemas.microsoft.com/office/drawing/2014/main" val="2279904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17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480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1988413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4E72BA7A-0C53-4522-B78B-4AD4A9410B8B}"/>
              </a:ext>
            </a:extLst>
          </p:cNvPr>
          <p:cNvSpPr txBox="1"/>
          <p:nvPr/>
        </p:nvSpPr>
        <p:spPr>
          <a:xfrm>
            <a:off x="9255937" y="4678263"/>
            <a:ext cx="100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0x12ab</a:t>
            </a:r>
            <a:endParaRPr lang="zh-CN" altLang="en-US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5E1C90-AA4E-EC15-EAFD-B549C902F2E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6481870" y="4862929"/>
            <a:ext cx="2774067" cy="97937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DC7F8DF-825A-A820-B58D-BCEF43B1E6AA}"/>
              </a:ext>
            </a:extLst>
          </p:cNvPr>
          <p:cNvCxnSpPr/>
          <p:nvPr/>
        </p:nvCxnSpPr>
        <p:spPr>
          <a:xfrm>
            <a:off x="10302949" y="480414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E6E9FA7-1E9F-31E9-F08F-42E7BBB6935B}"/>
              </a:ext>
            </a:extLst>
          </p:cNvPr>
          <p:cNvSpPr txBox="1"/>
          <p:nvPr/>
        </p:nvSpPr>
        <p:spPr>
          <a:xfrm>
            <a:off x="10817152" y="4694005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5</a:t>
            </a:r>
            <a:endParaRPr lang="zh-CN" altLang="en-US" b="1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89043E1-14F7-A676-F146-B901207682CA}"/>
              </a:ext>
            </a:extLst>
          </p:cNvPr>
          <p:cNvCxnSpPr/>
          <p:nvPr/>
        </p:nvCxnSpPr>
        <p:spPr>
          <a:xfrm>
            <a:off x="10302949" y="5173473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1C2191D1-4AFA-BDB1-4C0A-5ABA7937DCAF}"/>
              </a:ext>
            </a:extLst>
          </p:cNvPr>
          <p:cNvSpPr txBox="1"/>
          <p:nvPr/>
        </p:nvSpPr>
        <p:spPr>
          <a:xfrm>
            <a:off x="10817152" y="5050611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6</a:t>
            </a:r>
            <a:endParaRPr lang="zh-CN" altLang="en-US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90CF839-03B9-4395-92FD-B8A3E1E9A443}"/>
              </a:ext>
            </a:extLst>
          </p:cNvPr>
          <p:cNvSpPr txBox="1"/>
          <p:nvPr/>
        </p:nvSpPr>
        <p:spPr>
          <a:xfrm>
            <a:off x="4918892" y="5235277"/>
            <a:ext cx="1520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arr1: 0x12ab</a:t>
            </a:r>
            <a:endParaRPr lang="zh-CN" altLang="en-US" b="1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D6AE41F-001A-0B87-4BEB-EC1D613B08C3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6439347" y="4862929"/>
            <a:ext cx="2816590" cy="55701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4">
            <a:extLst>
              <a:ext uri="{FF2B5EF4-FFF2-40B4-BE49-F238E27FC236}">
                <a16:creationId xmlns:a16="http://schemas.microsoft.com/office/drawing/2014/main" id="{8114DB54-0837-3975-E918-679C3A06FCDB}"/>
              </a:ext>
            </a:extLst>
          </p:cNvPr>
          <p:cNvSpPr txBox="1"/>
          <p:nvPr/>
        </p:nvSpPr>
        <p:spPr>
          <a:xfrm>
            <a:off x="93847" y="132907"/>
            <a:ext cx="27385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一维数组的内存解析</a:t>
            </a: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3667AF68-54D7-D511-792A-25E9EB7A5CC0}"/>
              </a:ext>
            </a:extLst>
          </p:cNvPr>
          <p:cNvSpPr txBox="1"/>
          <p:nvPr/>
        </p:nvSpPr>
        <p:spPr>
          <a:xfrm>
            <a:off x="93847" y="736215"/>
            <a:ext cx="33351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举例</a:t>
            </a:r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：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两个变量指向一个一维数组</a:t>
            </a: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58A21D27-5BC0-A064-1382-DCB63909A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7" y="1735969"/>
            <a:ext cx="4660320" cy="403187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(String[] args) {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[] arr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new 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定义数组变量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，将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7A7E85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>
                <a:solidFill>
                  <a:srgbClr val="7A7E8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地址赋值给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1 */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[] arr1 = arr;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arr1[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System.</a:t>
            </a:r>
            <a:r>
              <a:rPr kumimoji="0" lang="zh-CN" altLang="zh-CN" sz="16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.println(arr[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C42BECC-ED2C-BE62-F83A-264AB2BC50AC}"/>
              </a:ext>
            </a:extLst>
          </p:cNvPr>
          <p:cNvCxnSpPr/>
          <p:nvPr/>
        </p:nvCxnSpPr>
        <p:spPr>
          <a:xfrm>
            <a:off x="10327872" y="5570819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FBD6DD4-DF62-32C4-3316-C84E4AD94BDC}"/>
              </a:ext>
            </a:extLst>
          </p:cNvPr>
          <p:cNvSpPr txBox="1"/>
          <p:nvPr/>
        </p:nvSpPr>
        <p:spPr>
          <a:xfrm>
            <a:off x="10838415" y="5445155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7</a:t>
            </a:r>
            <a:endParaRPr lang="zh-CN" altLang="en-US" b="1" dirty="0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A355AF9-7466-55A6-E9F9-ABB3663DA184}"/>
              </a:ext>
            </a:extLst>
          </p:cNvPr>
          <p:cNvCxnSpPr/>
          <p:nvPr/>
        </p:nvCxnSpPr>
        <p:spPr>
          <a:xfrm>
            <a:off x="10817152" y="5173473"/>
            <a:ext cx="340242" cy="13468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794D449-CB07-E914-49B3-1F27E7946FBD}"/>
              </a:ext>
            </a:extLst>
          </p:cNvPr>
          <p:cNvCxnSpPr/>
          <p:nvPr/>
        </p:nvCxnSpPr>
        <p:spPr>
          <a:xfrm>
            <a:off x="10455349" y="4956541"/>
            <a:ext cx="340242" cy="1346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9FAA90E7-D9DD-8466-FDDA-6F15B8130891}"/>
              </a:ext>
            </a:extLst>
          </p:cNvPr>
          <p:cNvSpPr txBox="1"/>
          <p:nvPr/>
        </p:nvSpPr>
        <p:spPr>
          <a:xfrm>
            <a:off x="11283248" y="5050611"/>
            <a:ext cx="50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9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41345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628</Words>
  <Application>Microsoft Office PowerPoint</Application>
  <PresentationFormat>宽屏</PresentationFormat>
  <Paragraphs>81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思源黑体 CN Bold</vt:lpstr>
      <vt:lpstr>Arial</vt:lpstr>
      <vt:lpstr>Consolas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师维 王</dc:creator>
  <cp:lastModifiedBy>师维 王</cp:lastModifiedBy>
  <cp:revision>3</cp:revision>
  <dcterms:created xsi:type="dcterms:W3CDTF">2025-08-14T20:04:47Z</dcterms:created>
  <dcterms:modified xsi:type="dcterms:W3CDTF">2025-08-28T00:24:03Z</dcterms:modified>
</cp:coreProperties>
</file>